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9FF7"/>
    <a:srgbClr val="41A4FF"/>
    <a:srgbClr val="0E6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02B66-0197-4AE7-9DA7-5598532AF996}" v="12" dt="2025-09-01T04:32:17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/Mohamed Assem" userId="19fc8018c8b8b82d" providerId="LiveId" clId="{0F702B66-0197-4AE7-9DA7-5598532AF996}"/>
    <pc:docChg chg="custSel addSld modSld">
      <pc:chgData name="Eng/Mohamed Assem" userId="19fc8018c8b8b82d" providerId="LiveId" clId="{0F702B66-0197-4AE7-9DA7-5598532AF996}" dt="2025-09-01T04:34:26.564" v="143" actId="14100"/>
      <pc:docMkLst>
        <pc:docMk/>
      </pc:docMkLst>
      <pc:sldChg chg="addSp delSp modSp new mod">
        <pc:chgData name="Eng/Mohamed Assem" userId="19fc8018c8b8b82d" providerId="LiveId" clId="{0F702B66-0197-4AE7-9DA7-5598532AF996}" dt="2025-09-01T04:34:26.564" v="143" actId="14100"/>
        <pc:sldMkLst>
          <pc:docMk/>
          <pc:sldMk cId="309267103" sldId="256"/>
        </pc:sldMkLst>
        <pc:spChg chg="add del mod">
          <ac:chgData name="Eng/Mohamed Assem" userId="19fc8018c8b8b82d" providerId="LiveId" clId="{0F702B66-0197-4AE7-9DA7-5598532AF996}" dt="2025-09-01T04:30:41.666" v="88" actId="478"/>
          <ac:spMkLst>
            <pc:docMk/>
            <pc:sldMk cId="309267103" sldId="256"/>
            <ac:spMk id="2" creationId="{54CC869C-294C-B17E-5B8A-7D033A131885}"/>
          </ac:spMkLst>
        </pc:spChg>
        <pc:spChg chg="add del">
          <ac:chgData name="Eng/Mohamed Assem" userId="19fc8018c8b8b82d" providerId="LiveId" clId="{0F702B66-0197-4AE7-9DA7-5598532AF996}" dt="2025-09-01T03:46:42.415" v="3" actId="478"/>
          <ac:spMkLst>
            <pc:docMk/>
            <pc:sldMk cId="309267103" sldId="256"/>
            <ac:spMk id="3" creationId="{3AB74400-418F-6DD8-4E44-C0845771F037}"/>
          </ac:spMkLst>
        </pc:spChg>
        <pc:spChg chg="add mod ord">
          <ac:chgData name="Eng/Mohamed Assem" userId="19fc8018c8b8b82d" providerId="LiveId" clId="{0F702B66-0197-4AE7-9DA7-5598532AF996}" dt="2025-09-01T04:34:07.111" v="140" actId="207"/>
          <ac:spMkLst>
            <pc:docMk/>
            <pc:sldMk cId="309267103" sldId="256"/>
            <ac:spMk id="10" creationId="{017560AF-3726-35E9-DBC0-53E85086A420}"/>
          </ac:spMkLst>
        </pc:spChg>
        <pc:spChg chg="add mod ord">
          <ac:chgData name="Eng/Mohamed Assem" userId="19fc8018c8b8b82d" providerId="LiveId" clId="{0F702B66-0197-4AE7-9DA7-5598532AF996}" dt="2025-09-01T04:34:13.800" v="141" actId="108"/>
          <ac:spMkLst>
            <pc:docMk/>
            <pc:sldMk cId="309267103" sldId="256"/>
            <ac:spMk id="11" creationId="{C40A0E21-24DC-09E7-4ED8-2E2868F9D5A8}"/>
          </ac:spMkLst>
        </pc:spChg>
        <pc:spChg chg="add mod ord">
          <ac:chgData name="Eng/Mohamed Assem" userId="19fc8018c8b8b82d" providerId="LiveId" clId="{0F702B66-0197-4AE7-9DA7-5598532AF996}" dt="2025-09-01T04:34:19.640" v="142" actId="108"/>
          <ac:spMkLst>
            <pc:docMk/>
            <pc:sldMk cId="309267103" sldId="256"/>
            <ac:spMk id="12" creationId="{67716352-C8C7-6C36-A4B5-32922D57C163}"/>
          </ac:spMkLst>
        </pc:spChg>
        <pc:spChg chg="add mod">
          <ac:chgData name="Eng/Mohamed Assem" userId="19fc8018c8b8b82d" providerId="LiveId" clId="{0F702B66-0197-4AE7-9DA7-5598532AF996}" dt="2025-09-01T04:33:37.591" v="122" actId="108"/>
          <ac:spMkLst>
            <pc:docMk/>
            <pc:sldMk cId="309267103" sldId="256"/>
            <ac:spMk id="13" creationId="{7E1B1835-2338-B4D9-DDCE-1CE1C36BBEF6}"/>
          </ac:spMkLst>
        </pc:spChg>
        <pc:spChg chg="add mod">
          <ac:chgData name="Eng/Mohamed Assem" userId="19fc8018c8b8b82d" providerId="LiveId" clId="{0F702B66-0197-4AE7-9DA7-5598532AF996}" dt="2025-09-01T04:33:39.602" v="123" actId="108"/>
          <ac:spMkLst>
            <pc:docMk/>
            <pc:sldMk cId="309267103" sldId="256"/>
            <ac:spMk id="14" creationId="{EE0CC05F-55A5-9E65-94F8-A94895811E0B}"/>
          </ac:spMkLst>
        </pc:spChg>
        <pc:spChg chg="add mod">
          <ac:chgData name="Eng/Mohamed Assem" userId="19fc8018c8b8b82d" providerId="LiveId" clId="{0F702B66-0197-4AE7-9DA7-5598532AF996}" dt="2025-09-01T04:34:26.564" v="143" actId="14100"/>
          <ac:spMkLst>
            <pc:docMk/>
            <pc:sldMk cId="309267103" sldId="256"/>
            <ac:spMk id="15" creationId="{989849F7-3DC1-199F-1F7B-1FD350D3E508}"/>
          </ac:spMkLst>
        </pc:spChg>
        <pc:spChg chg="add mod">
          <ac:chgData name="Eng/Mohamed Assem" userId="19fc8018c8b8b82d" providerId="LiveId" clId="{0F702B66-0197-4AE7-9DA7-5598532AF996}" dt="2025-09-01T04:33:35.514" v="121" actId="108"/>
          <ac:spMkLst>
            <pc:docMk/>
            <pc:sldMk cId="309267103" sldId="256"/>
            <ac:spMk id="16" creationId="{6F660F16-B776-1D0F-3207-0A2B3B67AEA4}"/>
          </ac:spMkLst>
        </pc:spChg>
        <pc:picChg chg="add del mod">
          <ac:chgData name="Eng/Mohamed Assem" userId="19fc8018c8b8b82d" providerId="LiveId" clId="{0F702B66-0197-4AE7-9DA7-5598532AF996}" dt="2025-09-01T03:48:32.895" v="11" actId="478"/>
          <ac:picMkLst>
            <pc:docMk/>
            <pc:sldMk cId="309267103" sldId="256"/>
            <ac:picMk id="5" creationId="{73ADD266-C018-15E4-3746-06AD4EC30DB2}"/>
          </ac:picMkLst>
        </pc:picChg>
        <pc:picChg chg="add del mod">
          <ac:chgData name="Eng/Mohamed Assem" userId="19fc8018c8b8b82d" providerId="LiveId" clId="{0F702B66-0197-4AE7-9DA7-5598532AF996}" dt="2025-09-01T03:49:35.073" v="18" actId="478"/>
          <ac:picMkLst>
            <pc:docMk/>
            <pc:sldMk cId="309267103" sldId="256"/>
            <ac:picMk id="7" creationId="{430762C4-078D-1A63-DB76-225525120205}"/>
          </ac:picMkLst>
        </pc:picChg>
        <pc:picChg chg="add mod">
          <ac:chgData name="Eng/Mohamed Assem" userId="19fc8018c8b8b82d" providerId="LiveId" clId="{0F702B66-0197-4AE7-9DA7-5598532AF996}" dt="2025-09-01T03:54:12.117" v="56" actId="1076"/>
          <ac:picMkLst>
            <pc:docMk/>
            <pc:sldMk cId="309267103" sldId="256"/>
            <ac:picMk id="9" creationId="{1690CBF5-CD6E-5BDB-1D27-76C463D05AE2}"/>
          </ac:picMkLst>
        </pc:picChg>
        <pc:picChg chg="add mod ord">
          <ac:chgData name="Eng/Mohamed Assem" userId="19fc8018c8b8b82d" providerId="LiveId" clId="{0F702B66-0197-4AE7-9DA7-5598532AF996}" dt="2025-09-01T04:31:08.682" v="94" actId="167"/>
          <ac:picMkLst>
            <pc:docMk/>
            <pc:sldMk cId="309267103" sldId="256"/>
            <ac:picMk id="18" creationId="{EC6E9463-14E1-0072-6334-A0366DCEBA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E91C-9138-CA55-FF70-6649BED1A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6BCE3-328E-405C-2EE0-F12E07731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43C40-3BDA-2669-F953-CF91E44A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11D08-3583-00D2-B212-F979B666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720C0-5532-BE1E-FFE8-76E7E0DB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6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FC92-EAB8-750F-B2DC-2FD9706F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B15A9-43C7-6433-FEB1-B8865562C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7AE9-03F0-0195-4DBB-75CAB034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4C705-D53B-56D9-9CB2-82674B5D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EF8BF-77AA-8829-AD18-CCCEB052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49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1FBF-CB86-9E16-4F26-1CC032B4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7B9FB-A6BD-7023-6359-0622717B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E8539-CF90-2EC7-E82B-B8615F7A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DE758-436F-1BDD-C26B-8549D0E9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83DC2-1115-38C0-81AD-F20C3344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6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CA37-71AE-0129-96FF-F03301C1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9455E-43C2-763C-4A21-A00FAABE6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92CE0-667E-5A97-7F19-2EBF6449E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A282F-A1A2-8656-D8F4-BD06296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64CED-C888-9EE4-B383-DBDFD0A0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8B89A-3223-9A90-A349-2CF9270F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4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CA08-0CB6-A3E7-1F33-B22D7C22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E8B24-1CFE-F673-A69D-BD5F3826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8C74F-6BA9-EF04-031A-2C47718FE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8627-ACD6-A1DE-2BF2-05C525B1C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0072E-4638-E927-6B82-A47623ED1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D2AFA-DB77-C4F6-E467-86DD1B328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D60B0-CFBE-BF1E-90DF-82BC9AAC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D98DC-7887-C633-8AAC-03E5C595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5C84-A279-1720-43D5-EC07C774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2F6F4-C850-6C24-A554-466C40E0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8EC36-20A1-1620-2DB6-89C0D073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7132A-92F3-393D-2C50-0968149F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2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5EC60-6574-DA19-F919-A9A14BA8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9321C-9E4F-4684-C3B0-D4D7C335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0E6EE-22FA-C3C3-5B40-CEB86407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4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80A8-3F22-F01F-6C6A-74122582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51CDC-4814-147F-18EC-A41E3FA21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D56BD-95B9-0CE5-D708-B62ED9E42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09E8D-8644-3168-C8AA-1CC914818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E2FF4-51CF-8B97-5E9A-89135536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A6DCE-72DA-479B-842F-7A44217F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9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ED32-F8D1-6AE7-0EEE-14F5D610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A5C7F-E32B-6C17-7170-7B640FA3B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ECD66-61E3-7102-4FF8-CB1A0A476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9A2B3-0172-BE19-2B99-4B436EB1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D1191-F404-30B2-E4A0-4CC1A1FB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95E66-9FEE-92C4-4BCB-4F105C44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0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71AF-08AA-08C0-0E74-2FB6C4ED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A3E7C-D75A-96D6-7F1A-9CBDF2B13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3FFCB-521C-2759-E3E3-1EED52E1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E3BD1-809E-41BD-04CE-DE15602E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9A7A6-9781-2FC1-64DB-8F1112F2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0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9299C-98B5-7E5B-9D54-F604F53ED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15905-DCDF-C0D4-F10A-A0E3F9E4E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DD945-46A5-BC06-6A58-F1167159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466D3-D815-5EAB-7100-9F800E07A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09AD2-D33E-7ACC-D6EF-3580A312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8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87775-89C1-2734-23E8-6DB2950E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A649F-FB19-ED01-2C10-E83C7C29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CEA3-7B47-4FF2-2C44-DEC35829A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FAD30-670F-4AEC-90C0-CE4CD78D512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81E71-7FDD-2F72-0EE1-4D00F0DDC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0A3FC-CDE5-03C0-8A47-52CBA7F22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14358-C9DD-4DF1-80AC-E2748F538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21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EC6E9463-14E1-0072-6334-A0366DCEB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7560AF-3726-35E9-DBC0-53E85086A420}"/>
              </a:ext>
            </a:extLst>
          </p:cNvPr>
          <p:cNvSpPr/>
          <p:nvPr/>
        </p:nvSpPr>
        <p:spPr>
          <a:xfrm>
            <a:off x="3429513" y="257588"/>
            <a:ext cx="2313050" cy="973939"/>
          </a:xfrm>
          <a:prstGeom prst="roundRect">
            <a:avLst/>
          </a:prstGeom>
          <a:solidFill>
            <a:srgbClr val="3E9FF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0A0E21-24DC-09E7-4ED8-2E2868F9D5A8}"/>
              </a:ext>
            </a:extLst>
          </p:cNvPr>
          <p:cNvSpPr/>
          <p:nvPr/>
        </p:nvSpPr>
        <p:spPr>
          <a:xfrm>
            <a:off x="6415905" y="257588"/>
            <a:ext cx="2313050" cy="973939"/>
          </a:xfrm>
          <a:prstGeom prst="roundRect">
            <a:avLst/>
          </a:prstGeom>
          <a:solidFill>
            <a:srgbClr val="3E9FF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716352-C8C7-6C36-A4B5-32922D57C163}"/>
              </a:ext>
            </a:extLst>
          </p:cNvPr>
          <p:cNvSpPr/>
          <p:nvPr/>
        </p:nvSpPr>
        <p:spPr>
          <a:xfrm>
            <a:off x="9402297" y="257588"/>
            <a:ext cx="2313050" cy="973939"/>
          </a:xfrm>
          <a:prstGeom prst="roundRect">
            <a:avLst/>
          </a:prstGeom>
          <a:solidFill>
            <a:srgbClr val="3E9FF7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1690CBF5-CD6E-5BDB-1D27-76C463D05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15" y="257588"/>
            <a:ext cx="2921027" cy="89911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1B1835-2338-B4D9-DDCE-1CE1C36BBEF6}"/>
              </a:ext>
            </a:extLst>
          </p:cNvPr>
          <p:cNvSpPr/>
          <p:nvPr/>
        </p:nvSpPr>
        <p:spPr>
          <a:xfrm>
            <a:off x="246431" y="4212077"/>
            <a:ext cx="6835304" cy="2388335"/>
          </a:xfrm>
          <a:prstGeom prst="roundRect">
            <a:avLst/>
          </a:prstGeom>
          <a:solidFill>
            <a:srgbClr val="3E9FF7">
              <a:alpha val="63000"/>
            </a:srgb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0CC05F-55A5-9E65-94F8-A94895811E0B}"/>
              </a:ext>
            </a:extLst>
          </p:cNvPr>
          <p:cNvSpPr/>
          <p:nvPr/>
        </p:nvSpPr>
        <p:spPr>
          <a:xfrm>
            <a:off x="7237379" y="4212077"/>
            <a:ext cx="4708190" cy="2388335"/>
          </a:xfrm>
          <a:prstGeom prst="roundRect">
            <a:avLst/>
          </a:prstGeom>
          <a:solidFill>
            <a:srgbClr val="3E9FF7">
              <a:alpha val="63000"/>
            </a:srgb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9849F7-3DC1-199F-1F7B-1FD350D3E508}"/>
              </a:ext>
            </a:extLst>
          </p:cNvPr>
          <p:cNvSpPr/>
          <p:nvPr/>
        </p:nvSpPr>
        <p:spPr>
          <a:xfrm>
            <a:off x="7237379" y="1617517"/>
            <a:ext cx="4708190" cy="2388335"/>
          </a:xfrm>
          <a:prstGeom prst="roundRect">
            <a:avLst/>
          </a:prstGeom>
          <a:solidFill>
            <a:srgbClr val="3E9FF7">
              <a:alpha val="63000"/>
            </a:srgb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660F16-B776-1D0F-3207-0A2B3B67AEA4}"/>
              </a:ext>
            </a:extLst>
          </p:cNvPr>
          <p:cNvSpPr/>
          <p:nvPr/>
        </p:nvSpPr>
        <p:spPr>
          <a:xfrm>
            <a:off x="246432" y="1643975"/>
            <a:ext cx="6835304" cy="2388335"/>
          </a:xfrm>
          <a:prstGeom prst="roundRect">
            <a:avLst/>
          </a:prstGeom>
          <a:solidFill>
            <a:srgbClr val="3E9FF7">
              <a:alpha val="63000"/>
            </a:srgb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7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Eng/Mohamed Assem</dc:creator>
  <cp:lastModifiedBy>Eng/Mohamed Assem</cp:lastModifiedBy>
  <cp:revision>1</cp:revision>
  <dcterms:created xsi:type="dcterms:W3CDTF">2025-09-01T03:45:36Z</dcterms:created>
  <dcterms:modified xsi:type="dcterms:W3CDTF">2025-09-01T04:34:33Z</dcterms:modified>
</cp:coreProperties>
</file>