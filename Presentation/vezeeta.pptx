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3151D-17EC-451C-871F-C7604FA572E4}" v="3" dt="2025-09-01T16:56:54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3" d="100"/>
          <a:sy n="83" d="100"/>
        </p:scale>
        <p:origin x="59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g/Mohamed Assem" userId="19fc8018c8b8b82d" providerId="LiveId" clId="{C363151D-17EC-451C-871F-C7604FA572E4}"/>
    <pc:docChg chg="addSld delSld modSld sldOrd">
      <pc:chgData name="Eng/Mohamed Assem" userId="19fc8018c8b8b82d" providerId="LiveId" clId="{C363151D-17EC-451C-871F-C7604FA572E4}" dt="2025-09-01T16:56:54.123" v="8"/>
      <pc:docMkLst>
        <pc:docMk/>
      </pc:docMkLst>
      <pc:sldChg chg="new del">
        <pc:chgData name="Eng/Mohamed Assem" userId="19fc8018c8b8b82d" providerId="LiveId" clId="{C363151D-17EC-451C-871F-C7604FA572E4}" dt="2025-09-01T16:54:51.688" v="7" actId="47"/>
        <pc:sldMkLst>
          <pc:docMk/>
          <pc:sldMk cId="369089860" sldId="258"/>
        </pc:sldMkLst>
      </pc:sldChg>
      <pc:sldChg chg="add ord">
        <pc:chgData name="Eng/Mohamed Assem" userId="19fc8018c8b8b82d" providerId="LiveId" clId="{C363151D-17EC-451C-871F-C7604FA572E4}" dt="2025-09-01T16:02:47.445" v="5"/>
        <pc:sldMkLst>
          <pc:docMk/>
          <pc:sldMk cId="2824792028" sldId="259"/>
        </pc:sldMkLst>
      </pc:sldChg>
      <pc:sldChg chg="add">
        <pc:chgData name="Eng/Mohamed Assem" userId="19fc8018c8b8b82d" providerId="LiveId" clId="{C363151D-17EC-451C-871F-C7604FA572E4}" dt="2025-09-01T16:54:49.013" v="6"/>
        <pc:sldMkLst>
          <pc:docMk/>
          <pc:sldMk cId="697136321" sldId="260"/>
        </pc:sldMkLst>
      </pc:sldChg>
      <pc:sldChg chg="add">
        <pc:chgData name="Eng/Mohamed Assem" userId="19fc8018c8b8b82d" providerId="LiveId" clId="{C363151D-17EC-451C-871F-C7604FA572E4}" dt="2025-09-01T16:56:54.123" v="8"/>
        <pc:sldMkLst>
          <pc:docMk/>
          <pc:sldMk cId="1359871462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FFE16610-BCDC-40BC-8266-14BFDE33F1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vezeeta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480C852F-F0C1-40F8-99B9-C09155D4B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9/1/2025 6:46:29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Vezeeta Order analysis ">
            <a:extLst>
              <a:ext uri="{FF2B5EF4-FFF2-40B4-BE49-F238E27FC236}">
                <a16:creationId xmlns:a16="http://schemas.microsoft.com/office/drawing/2014/main" id="{AA90DF98-80BA-4DF3-8A57-ADA70CDC1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Vezeeta Product Analysis ">
            <a:extLst>
              <a:ext uri="{FF2B5EF4-FFF2-40B4-BE49-F238E27FC236}">
                <a16:creationId xmlns:a16="http://schemas.microsoft.com/office/drawing/2014/main" id="{099F4F53-615A-4D97-A4BE-D049160A1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7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Vezeeta Pharmacies ">
            <a:extLst>
              <a:ext uri="{FF2B5EF4-FFF2-40B4-BE49-F238E27FC236}">
                <a16:creationId xmlns:a16="http://schemas.microsoft.com/office/drawing/2014/main" id="{39421A34-299F-4D04-9D43-BA6F4E9F6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92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Vezeeta pharm cycle">
            <a:extLst>
              <a:ext uri="{FF2B5EF4-FFF2-40B4-BE49-F238E27FC236}">
                <a16:creationId xmlns:a16="http://schemas.microsoft.com/office/drawing/2014/main" id="{358A5DA3-8FB2-46A6-9006-BCF7AA378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3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vezeeta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Eng/Mohamed Assem</cp:lastModifiedBy>
  <cp:revision>1</cp:revision>
  <dcterms:created xsi:type="dcterms:W3CDTF">2025-09-01T15:46:29Z</dcterms:created>
  <dcterms:modified xsi:type="dcterms:W3CDTF">2025-09-01T16:57:03Z</dcterms:modified>
</cp:coreProperties>
</file>